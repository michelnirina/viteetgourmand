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05072"/>
            <a:ext cx="12188952" cy="285292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&amp; Gourmand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commande en ligne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traiteur événementiel — Bordeaux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Full-Stack  •  PHP 8 REST API  •  JavaScript ES Modules  •  MySQL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Traiteur événementiel basé à Bordeaux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 menus gastronomiques pour tous types d'événements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Noël, Mariages, Anniversaires, Séminaires d'entreprise…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des commandes chronophage et source d'erreurs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143000"/>
            <a:ext cx="54864" cy="4297680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5087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Digitaliser la prise de commande en ligne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 espace client (suivi commandes, avis)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backoffice métier complet pour les employés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la supervision globale via un espace admin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les obligations légales (allergènes EU, CGV, mentions légales)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23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une application web full-stack découplée (SPA-like) accessible depuis n'importe quel navigateur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4206240"/>
          </a:xfrm>
          <a:prstGeom prst="roundRect">
            <a:avLst>
              <a:gd name="adj" fmla="val 5172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92224"/>
            <a:ext cx="2468880" cy="36576"/>
          </a:xfrm>
          <a:prstGeom prst="rect">
            <a:avLst/>
          </a:prstGeom>
          <a:solidFill>
            <a:srgbClr val="8B1E14"/>
          </a:solidFill>
          <a:ln w="12700">
            <a:solidFill>
              <a:srgbClr val="8B1E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 Modules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(aucun framework)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+ composants réutilisables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4206240"/>
          </a:xfrm>
          <a:prstGeom prst="roundRect">
            <a:avLst>
              <a:gd name="adj" fmla="val 517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792224"/>
            <a:ext cx="2468880" cy="36576"/>
          </a:xfrm>
          <a:prstGeom prst="rect">
            <a:avLst/>
          </a:prstGeom>
          <a:solidFill>
            <a:srgbClr val="8B1E14"/>
          </a:solidFill>
          <a:ln w="12700">
            <a:solidFill>
              <a:srgbClr val="8B1E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202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8+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REST (JSON)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(requêtes préparées)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maison MVC-like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4206240"/>
          </a:xfrm>
          <a:prstGeom prst="roundRect">
            <a:avLst>
              <a:gd name="adj" fmla="val 517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Base de données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792224"/>
            <a:ext cx="2468880" cy="36576"/>
          </a:xfrm>
          <a:prstGeom prst="rect">
            <a:avLst/>
          </a:prstGeom>
          <a:solidFill>
            <a:srgbClr val="8B1E14"/>
          </a:solidFill>
          <a:ln w="12700">
            <a:solidFill>
              <a:srgbClr val="8B1E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9202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 normalisé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(local)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allergènes (Règl. EU 1169/2011)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188720"/>
            <a:ext cx="2651760" cy="4206240"/>
          </a:xfrm>
          <a:prstGeom prst="roundRect">
            <a:avLst>
              <a:gd name="adj" fmla="val 517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2618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Déploiement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98280" y="1792224"/>
            <a:ext cx="2468880" cy="36576"/>
          </a:xfrm>
          <a:prstGeom prst="rect">
            <a:avLst/>
          </a:prstGeom>
          <a:solidFill>
            <a:srgbClr val="8B1E14"/>
          </a:solidFill>
          <a:ln w="12700">
            <a:solidFill>
              <a:srgbClr val="8B1E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19202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en local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fourni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(cloud)</a:t>
            </a:r>
            <a:endParaRPr lang="en-US" sz="1100" dirty="0"/>
          </a:p>
          <a:p>
            <a:pPr>
              <a:spcAft>
                <a:spcPts val="10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fly.toml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(squelettes)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— composants / pages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(fetch centralisé)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(auth, helpers, config)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publiques 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Accueil  › Menu  › Contact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privés 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Client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Employé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2880360"/>
            <a:ext cx="1463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5420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JSON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3246120"/>
            <a:ext cx="1463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JSON 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PHP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include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0972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188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REST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public/index.php (point d'entrée)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Controller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(19) 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Auth / Register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Menu / Plat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Commande / Avis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Admin / Employé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Horaire / Allergène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Thème / Régime…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(PDO)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3063240"/>
            <a:ext cx="118872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724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332720" y="1097280"/>
            <a:ext cx="1645920" cy="4480560"/>
          </a:xfrm>
          <a:prstGeom prst="roundRect">
            <a:avLst>
              <a:gd name="adj" fmla="val 8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43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9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21945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27048"/>
            <a:ext cx="20482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prenom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ville / pays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adresse_postale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role_id (FK)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179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1490472"/>
            <a:ext cx="2194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527048"/>
            <a:ext cx="20482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nb_personne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prix_par_personne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quantite_restante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theme_id (FK)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179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490472"/>
            <a:ext cx="219456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527048"/>
            <a:ext cx="20482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titre_plat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menu_id (FK)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06640" y="1143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179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6640" y="1490472"/>
            <a:ext cx="219456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1527048"/>
            <a:ext cx="20482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allergene_id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libelle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784080" y="1143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1179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84080" y="1490472"/>
            <a:ext cx="21945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1527048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allergene_id (FK)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05072"/>
            <a:ext cx="21945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041648"/>
            <a:ext cx="20482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numero_commande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date_commande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date_prestation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prix_menu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nb_personne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menu_id (FK)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51760" y="3657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4005072"/>
            <a:ext cx="21945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404164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3657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4005072"/>
            <a:ext cx="2194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4041648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horaire_id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heure_ouverture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heure_fermeture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06640" y="3657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06640" y="400507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04164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libelle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84080" y="3657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3694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theme/regime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84080" y="400507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57232" y="404164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libelle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Accès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4300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527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33832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/ Se connecter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menus et plats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une commande en ligne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ses commandes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un avis (noté / modéré)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son profil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14300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2527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🧑‍🍳  EMPLOYÉ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618488"/>
            <a:ext cx="33832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tableau de bord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commandes (statuts)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les menus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plats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les allergènes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Modérer les avis clients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horaires d'ouverture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14300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2527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ADMINISTRATEUR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66760" y="1618488"/>
            <a:ext cx="33832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droits Employé +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utilisateurs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des employés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thèmes de menus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régimes alimentaires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rôles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statistiques globales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de Commande Client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57400" y="1691640"/>
            <a:ext cx="502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468880"/>
            <a:ext cx="2240280" cy="3154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5420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menus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3090672"/>
            <a:ext cx="1965960" cy="36576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: thème, régime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plats + allergènes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en temps réel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502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468880"/>
            <a:ext cx="2240280" cy="3154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25420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un menu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3090672"/>
            <a:ext cx="1965960" cy="36576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20040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menu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convives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calculé automatiquement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118872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12280" y="1691640"/>
            <a:ext cx="502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468880"/>
            <a:ext cx="2240280" cy="3154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5420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 la livraison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66360" y="3090672"/>
            <a:ext cx="1965960" cy="36576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20040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prestation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livraison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livraison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18872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9189720" y="1691640"/>
            <a:ext cx="502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2468880"/>
            <a:ext cx="2240280" cy="3154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5420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la commande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43800" y="3090672"/>
            <a:ext cx="1965960" cy="36576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20040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complet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commande unique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instantanée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424160" y="118872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9784080" y="2468880"/>
            <a:ext cx="2240280" cy="3154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57232" y="25420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&amp; Matériel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921240" y="3090672"/>
            <a:ext cx="1965960" cy="36576"/>
          </a:xfrm>
          <a:prstGeom prst="rect">
            <a:avLst/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320040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en temps réel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/ Restitution matériel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Employé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430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Commandes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toutes les commandes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statut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(en_attente → confirmée → livrée)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prêt / restitution matériel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1430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Menus &amp; Plats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/ supprimer menus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des plats à un menu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photos des plats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quantités restantes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1430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Allergènes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830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14 allergènes majeurs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(Règlement EU 1169/2011)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allergènes aux plats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client automatique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Avis Clients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97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tous les avis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Modérer : approuver / rejeter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en_attente par défaut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sur 5 étoiles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3657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Horaires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41605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297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créneaux d'ouverture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/ heure ouv. / heure ferm.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Fermeture = NULL (ex: mardi)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Affiché sur la page d'accueil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657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 de bord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4160520"/>
            <a:ext cx="3474720" cy="36576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4297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activités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aux modules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centralisée</a:t>
            </a:r>
            <a:endParaRPr lang="en-US" sz="1000" dirty="0"/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dédiée employé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11612880" cy="548640"/>
          </a:xfrm>
          <a:prstGeom prst="roundRect">
            <a:avLst>
              <a:gd name="adj" fmla="val 13333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a accès à TOUT — y compris les fonctionnalités employé + les modules de supervision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38862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01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377440" cy="45720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9067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/ modifier tous les comptes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Attribuer les rôles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infos de contact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43200" cy="3886200"/>
          </a:xfrm>
          <a:prstGeom prst="roundRect">
            <a:avLst>
              <a:gd name="adj" fmla="val 5000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901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2971800"/>
            <a:ext cx="2377440" cy="45720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09067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comptes employés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accès backoffice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des actions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743200" cy="3886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01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&amp; Régimes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971800"/>
            <a:ext cx="2377440" cy="45720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09067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modifier les thèmes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(Noël, Mariage, Entreprise…)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régimes alimentaires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1828800"/>
            <a:ext cx="2743200" cy="3886200"/>
          </a:xfrm>
          <a:prstGeom prst="roundRect">
            <a:avLst>
              <a:gd name="adj" fmla="val 5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901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811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72600" y="2971800"/>
            <a:ext cx="2377440" cy="45720"/>
          </a:xfrm>
          <a:prstGeom prst="rect">
            <a:avLst/>
          </a:prstGeom>
          <a:solidFill>
            <a:srgbClr val="D5D0C8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309067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d'activité globale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et revenus</a:t>
            </a:r>
            <a:endParaRPr lang="en-US" sz="1050" dirty="0"/>
          </a:p>
          <a:p>
            <a:pPr>
              <a:spcAft>
                <a:spcPts val="8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globales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Authentification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430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34440"/>
            <a:ext cx="3300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Sessions PHP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côté serveur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"include" côté JS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de session HttpOnly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automatique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23360" y="11430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3088" y="1234440"/>
            <a:ext cx="3300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RBAC — Contrôle des rôles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169164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: admin / employé / client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côté backend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protégées par rôle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si non autorisé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14300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123444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Hachage &amp; Validation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9560" y="169164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: bcrypt (password_hash)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PDO préparées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(protection injection SQL)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entrées utilisateur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84048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Conformité Légale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29768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 obligatoires (RGPD)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Générales de Vente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allergènes — Règlement EU 1169/2011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clair sur chaque plat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374904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3840480"/>
            <a:ext cx="5815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Bonnes Pratiques REST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9320" y="429768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JSON-only (pas de vues côté PHP)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frontend/backend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HTTP appropriés (200/201/401/403/404)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configuré pour localhost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Environnements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78408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Environnement Local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: XAMPP (Apache + MySQL)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http://localhost/viteetgourmand/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Cloner le repo dans htdocs/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Créer la BDD "viteetgourmand"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Importer backend/sql/database.sql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Lancer Apache &amp; MySQL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test 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admin@viteetgourmand.fr / admin123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employe@viteetgourmand.fr / employe123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3200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188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Déploiement Cloud — Fly.io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7830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: Docker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Dockerfile fourni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: fly.toml à la racine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Cloud 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PHP 8 + Apache (image Docker)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MySQL via service Fly (ou externe)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Volume persistant pour les données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fly launch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fly deploy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83280"/>
            <a:ext cx="12188952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Architecture propre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découplés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réutilisable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1430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Couverture fonctionnelle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espaces métier distincts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contrôleurs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051560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0688" y="11430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Conformité &amp; sécurité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PDO préparé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+ allergènes 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Intégration d'un module de paiement en ligne (Stripe)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Notifications email (confirmation de commande)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Application mobile (React Native / PWA)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Calcul dynamique des frais de livraison via API cartographique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C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statistiques avancé (graphiques temps réel)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2026-06-10T21:40:05Z</dcterms:created>
  <dcterms:modified xsi:type="dcterms:W3CDTF">2026-06-10T21:40:05Z</dcterms:modified>
</cp:coreProperties>
</file>